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2E8F0"/>
                </a:solidFill>
              </a:rPr>
              <a:t>Exoplanet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60A5FA"/>
                </a:solidFill>
              </a:rPr>
              <a:t>Data Quality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Understanding completeness, derived values, and recency gaps
before modeling 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Audience: Data Practitioner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The Dataset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</a:rPr>
              <a:t>1,173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exoplanet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</a:rPr>
              <a:t>972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unique star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59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</a:rP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59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transit-detected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</a:rPr>
              <a:t>2002–2025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discovery years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11247120" cy="44534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Discovery rate exploded after Kepler (2009) and again after TESS (2018). More planets ≠ more complete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Story Hypothesis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</a:rPr>
              <a:t>Completeness in this catalog is uneven and systematic.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DE8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Missingness is structured, not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st_met (metallicity) is missing 7× more than peer columns. Spectrometry costs more than photometry — the gaps reflect measurement economics.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ACC15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</a:rPr>
              <a:t>Measured ≠ computed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pl_eqt_computed flags temperatures derived from stellar models vs. directly observed. A reliability dimension invisible without reading the schema.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923C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Recent discoveries are shallower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100+ planets/year since 2023. High-volume survey planets have less follow-up data than earlier discoveries. More rows, thinner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Column Completeness Profile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Covers claims A + B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6844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st_met stands alone at 92.6% — 7× worse than peers.  pl_eqt bar is split: green = directly observed, yellow = derived from stellar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Completeness Over Time — Worst Offenders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Covers claim C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6848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st_met completeness dips after TESS ramp-up (2020+). All columns show volatility pre-2009 due to small sample sizes (&lt;10 planets/yr).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Risks &amp; Caveats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Small year bins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Pre-2009 has &lt;10 planets/year — percentages are noisy. Annotate or bin early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0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</a:rPr>
              <a:t>Computed ≠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7802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pl_eqt_computed is a reliability flag, not an error flag. Derived temperatures can be accurate.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18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Snapshot in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Recent planets gain follow-up data over time. Completeness will improve — this is a point-in-time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056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Transit bias as confound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531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96% transit-detected. Missingness may correlate with discovery method, not just recency.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93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</a:rPr>
              <a:t>st_met outlier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7% vs &lt;1% for peers is striking — could be a pipeline artifact. Flag for investigation before use as a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</a:rPr>
              <a:t>What's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2A2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DE8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07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Compute per-column missingness rates and pl_eqt_computed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DE8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762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Compute per-year completeness for the 4 worst-offender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449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Build Panel 1 — horizontal segmented bar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1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Build Panel 2 — line chart with Kepler / TESS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84FC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823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Compose two-panel layout with shared title and legend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No implementation decisions (library, format, interactivity) are locked until the Plan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